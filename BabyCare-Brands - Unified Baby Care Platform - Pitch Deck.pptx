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43400" y="100584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Baby Care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for the salon, toy shop, play area, and parenting classes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34564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Business Name]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41422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46405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Draft  ·  23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destination. One platform.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trusted place</a:t>
            </a:r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everything a young family needs — haircuts, toys, play, and parenting classes — run on </a:t>
            </a:r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modern digital platform</a:t>
            </a:r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53512"/>
            <a:ext cx="2572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172968"/>
            <a:ext cx="2572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visits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593592"/>
            <a:ext cx="2572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account. One login. Every service in the complex at their fingertips.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85744" y="288036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5744" y="2953512"/>
            <a:ext cx="2572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STAFF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85744" y="3172968"/>
            <a:ext cx="2572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85744" y="3593592"/>
            <a:ext cx="2572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screens for stylists, cashiers, attendants, and trainers.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2848" y="288036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2848" y="2953512"/>
            <a:ext cx="2572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OWNERS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22848" y="3172968"/>
            <a:ext cx="2572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true view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22848" y="3593592"/>
            <a:ext cx="2572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across every unit, drillable to a single transaction.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business units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· Shop · Play Area · Training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HQ unification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5623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real-time view of the whole complex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49424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95144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29514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parent account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29514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across every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34056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73405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receipts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3405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M-Pesa, cash, and Kenya tax readiness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72968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172968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17296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shared services, progressive delivery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1188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61188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361188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each live before the next begins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05072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5079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05079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405079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and next steps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443984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business units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44018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44018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Salon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3474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walk-in hair bookings. Pick a preferred stylist. Pay at counter. Stylist earnings tracked automatically.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144018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144018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Shop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474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catalog. In-store POS + online storefront. Online orders stream live into the shop for packing.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40380"/>
            <a:ext cx="3931920" cy="144018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40380"/>
            <a:ext cx="54864" cy="144018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232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975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Area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3954780"/>
            <a:ext cx="3474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tokens per game or all-games day passes. Sessions tracked by child. Revenue by game at end of day.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040380"/>
            <a:ext cx="3931920" cy="144018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040380"/>
            <a:ext cx="54864" cy="1440180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232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4975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Events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3954780"/>
            <a:ext cx="347472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Parenting classes with online booking and M-Pesa payment. Ready to grow into ticketed conferences.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Salon — Bookings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parents book online or as walk-ins, let stylists see their day, and capture payment at the counter — with each stylist’s income attributed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Pick service, date, time, and preferred stylist (or "any").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Receptionist adds walk-ins into the same live schedule.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 view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Each stylist sees only their own day and earnings.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payment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M-Pesa STK-push or cash, printed / SMS receipt.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System enforces slot, stylist, and service rules.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 reports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Revenue and clients per stylist — feeds HQ.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Shop — Online + In-Store POS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catalog drives both the in-store POS and a public online storefront. Stock is shared so a product cannot be over-sold. Online orders stream live into the shop.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catalog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One SKU, one price, one stock count across channels.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POS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Scan barcodes, take M-Pesa or cash, print receipt.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storefront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Mobile-friendly site with cart, checkout, M-Pesa.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queue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Shop staff see new orders appear in real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Low-stock alerts, goods-received notes, stock-take.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cash-up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Expected vs. counted cash and M-Pesa totals.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Area — Counter Tokens &amp; Passes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attendant sells access to games — per-game tokens or an all-games session pass. Sessions are timed and linked to the parent account; revenue splits by game and by package.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Per-game tokens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Pay for a specific game for a set duration.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All-games pass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Flat fee (e.g., KES 1,000) for the whole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tracking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Attendant starts and ends each session.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on booking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Child’s name attached (not a separate login).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catalogue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Admin maintains games, rates, and packages.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Game-level reports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Revenue by game (tokens) vs. passes — split clearly.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parenting classes online, accept M-Pesa booking payments, and manage attendance on the day. The same module scales up to ticketed conferences and public events.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catalogue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Topic, trainer, price, capacity, venue.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2395728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Seat held only on successful M-Pesa payment.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reminders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Confirmation + reminder the day before.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999232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95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check-in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Attendee list on the day, tap to check 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mode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Tiers, promo codes, and waiting lists.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602736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930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reports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Classes, attendees, and revenue per trainer.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the whole complex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opens one screen and sees: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88236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18882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309878" y="3063240"/>
            <a:ext cx="36576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0"/>
            <a:ext cx="1613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today across all 4 units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1468" y="1828800"/>
            <a:ext cx="1888236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1468" y="2194560"/>
            <a:ext cx="18882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362706" y="3063240"/>
            <a:ext cx="36576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8628" y="3200400"/>
            <a:ext cx="1613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stylist / game / class this 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828800"/>
            <a:ext cx="1888236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194560"/>
            <a:ext cx="18882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5415534" y="3063240"/>
            <a:ext cx="36576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200400"/>
            <a:ext cx="1613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orders, bookings, sessions in progress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07124" y="1828800"/>
            <a:ext cx="1888236" cy="2194560"/>
          </a:xfrm>
          <a:prstGeom prst="rect">
            <a:avLst/>
          </a:prstGeom>
          <a:solidFill>
            <a:srgbClr val="FAF7F2"/>
          </a:solidFill>
          <a:ln w="6350">
            <a:solidFill>
              <a:srgbClr val="D6D3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7124" y="2194560"/>
            <a:ext cx="18882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7468362" y="3063240"/>
            <a:ext cx="36576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4284" y="3200400"/>
            <a:ext cx="1613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drills down to the individual transaction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</a:t>
            </a:r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 expenses  ·  run P&amp;L  ·  compare periods  ·  export to Excel / PDF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account. One view across everything.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signs up once and is known across every unit. Their full history lives in one place.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2651760"/>
            <a:ext cx="1737360" cy="10972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26517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3200400"/>
            <a:ext cx="-3017520" cy="-731520"/>
          </a:xfrm>
          <a:prstGeom prst="line">
            <a:avLst/>
          </a:prstGeom>
          <a:noFill/>
          <a:ln w="12700">
            <a:solidFill>
              <a:srgbClr val="B089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240280"/>
            <a:ext cx="1005840" cy="457200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history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3200400"/>
            <a:ext cx="3017520" cy="-731520"/>
          </a:xfrm>
          <a:prstGeom prst="line">
            <a:avLst/>
          </a:prstGeom>
          <a:noFill/>
          <a:ln w="12700">
            <a:solidFill>
              <a:srgbClr val="B089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2240280"/>
            <a:ext cx="1005840" cy="457200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purchases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200400"/>
            <a:ext cx="-3017520" cy="731520"/>
          </a:xfrm>
          <a:prstGeom prst="line">
            <a:avLst/>
          </a:prstGeom>
          <a:noFill/>
          <a:ln w="12700">
            <a:solidFill>
              <a:srgbClr val="B089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703320"/>
            <a:ext cx="1005840" cy="457200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sessions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3017520" cy="731520"/>
          </a:xfrm>
          <a:prstGeom prst="line">
            <a:avLst/>
          </a:prstGeom>
          <a:noFill/>
          <a:ln w="12700">
            <a:solidFill>
              <a:srgbClr val="B089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3703320"/>
            <a:ext cx="1005840" cy="457200"/>
          </a:xfrm>
          <a:prstGeom prst="ellipse">
            <a:avLst/>
          </a:prstGeom>
          <a:solidFill>
            <a:srgbClr val="FAF7F2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attended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376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Children’s names are attached to bookings and sessions for record-keeping — they do not have their own logins.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and cash — every receipt, every channel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73152" cy="329184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STK-push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checkout, salon counter, shop POS, play counter, class booking.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48840"/>
            <a:ext cx="73152" cy="329184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75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7568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at every staffed counter with change calculator and end-of-day cash-up.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15768"/>
            <a:ext cx="73152" cy="329184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426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642616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at counter, sent by SMS to the parent — ETR / eTIMS-ready when required.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82696"/>
            <a:ext cx="73152" cy="329184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095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20954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match of M-Pesa confirmations to transactions, plus a manual rescue screen.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49624"/>
            <a:ext cx="73152" cy="329184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764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(later)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776472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 via Pesapal / Flutterwave when the client is ready.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codebase. Shared foundations. Progressive rollout.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6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LAYOUT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/apps/salon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/apps/play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/apps/training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/apps/hq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/packages/auth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53512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/packages/payments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63824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/packages/catalog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374136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/packages/reporting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/packages/ui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3862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/packages/db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6826" y="1417320"/>
            <a:ext cx="38185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6826" y="17373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1266" y="1737360"/>
            <a:ext cx="2584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Tailwind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6826" y="21762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11266" y="2176272"/>
            <a:ext cx="2584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TypeScript APIs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76826" y="261518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11266" y="2615184"/>
            <a:ext cx="2584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(single shared)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6826" y="305409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11266" y="3054096"/>
            <a:ext cx="2584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on-site cache for POS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76826" y="349300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11266" y="3493008"/>
            <a:ext cx="2584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Daraja (STK / B2C)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6826" y="39319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11266" y="3931920"/>
            <a:ext cx="25840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Africa’s Talking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phases. Each phase ships before the next begins.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19050">
            <a:solidFill>
              <a:srgbClr val="D6D3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-914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Salon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Shop (Online + POS)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wks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37744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Area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wks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wks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37744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Advanced + Polish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1833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are indicative — firmed up after the requirements are signed off and open questions are resolved.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to move forward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52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now, or M-Pesa + cash only?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4320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 / eTIMS needed at launch?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/ discount programme at launch?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07080" y="155448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7080" y="1645920"/>
            <a:ext cx="252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07080" y="219456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9960" y="210312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zones and pricing for the shop?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07080" y="283464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9960" y="274320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 pay model — salary, commission, or mix?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07080" y="347472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9960" y="338328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complex, or a second branch in 12 months?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65520" y="155448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5520" y="1645920"/>
            <a:ext cx="252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65520" y="219456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8400" y="210312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Play-area hardware — consoles, PCs, arcade?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65520" y="283464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8400" y="274320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hardware — existing, or we supply?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65520" y="3474720"/>
            <a:ext cx="73152" cy="73152"/>
          </a:xfrm>
          <a:prstGeom prst="ellipse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8400" y="3383280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sender ID and admin email addresses?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1833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 (12 items) is on page 25 of the accompanying requirements document.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36576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deck to a working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81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5564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requirements document. Mark up anything that is wrong, missing, or unclear.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5000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the open questions (Section 12) — by email, a short call, or on the doc.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94436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updated document becomes the baseline for the project.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264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offer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53872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submit a project cost and firm schedule against the agreed scope.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86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858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Phase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13308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the Salon booking system enter build.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D6D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234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  ·  Unified Baby Care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8234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0" y="1371600"/>
            <a:ext cx="457200" cy="27432"/>
          </a:xfrm>
          <a:prstGeom prst="rect">
            <a:avLst/>
          </a:prstGeom>
          <a:solidFill>
            <a:srgbClr val="B08968"/>
          </a:solidFill>
          <a:ln w="12700">
            <a:solidFill>
              <a:srgbClr val="B089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forward to building this with you.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BABYCARE-BRANDS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contact name]  ·  [Phone]  ·  [Email]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BabyCare-Brands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Baby Care Platform — BabyCare-Brands</dc:title>
  <dc:subject>PptxGenJS Presentation</dc:subject>
  <dc:creator>BabyCare-Brands</dc:creator>
  <cp:lastModifiedBy>BabyCare-Brands</cp:lastModifiedBy>
  <cp:revision>1</cp:revision>
  <dcterms:created xsi:type="dcterms:W3CDTF">2026-04-23T18:38:15Z</dcterms:created>
  <dcterms:modified xsi:type="dcterms:W3CDTF">2026-04-23T18:38:15Z</dcterms:modified>
</cp:coreProperties>
</file>